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Task-Oriented Deep Joint Source–Channel Coding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389888"/>
            <a:ext cx="11018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111111"/>
                </a:solidFill>
                <a:latin typeface="Arial"/>
              </a:rPr>
              <a:t>What a camera should send when the receiver only needs the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212848"/>
            <a:ext cx="246888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2542032"/>
            <a:ext cx="22494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Edge camera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999232"/>
            <a:ext cx="22494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sees an image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2212848"/>
            <a:ext cx="301752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73168" y="2542032"/>
            <a:ext cx="2798063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Short, noisy 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73168" y="2999232"/>
            <a:ext cx="2798063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loses some pictures in transit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2212848"/>
            <a:ext cx="219456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13648" y="2542032"/>
            <a:ext cx="19751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Receiver classifier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3648" y="2999232"/>
            <a:ext cx="19751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needs one label back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29584" y="2825496"/>
            <a:ext cx="1024128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4489704" y="2775203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7735824" y="2825496"/>
            <a:ext cx="658368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8330184" y="2775203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931920"/>
            <a:ext cx="11018520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4187952"/>
            <a:ext cx="105796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Arial"/>
              </a:rPr>
              <a:t>Train the sender and the receiver together so the classification decision survives a short, noisy link.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626864"/>
            <a:ext cx="1057960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55555"/>
                </a:solidFill>
                <a:latin typeface="Arial"/>
              </a:rPr>
              <a:t>The thesis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5431536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5632704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Second Review, 29 September – 3 October 2026.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Presentation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Twenty-one measured signal strengths · one frozen training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has changed since the first review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In August the digital system was working. The learned models are trained 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9222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Aug · Digital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90087" y="177393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Measured how badly it loses pictures at every setting, tested it on all 288,000 held-back combinations, and froze the settings it should use at each signal strength.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221284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234086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Aug · Learned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0087" y="232257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Built the training loop, trained models at several seeds, and froze three of them at half rate.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276148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288950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Fair 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0087" y="287121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Built a control that sends learned features digitally, so the comparison includes a task-aware system alongside a compressed image.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331012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43814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Weak-link training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0087" y="341985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Trained a second version with the signal strength picked at random, and compared it against the first.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385876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3986783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Crossing 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7" y="396849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Decided it on held-back pictures before seeing the answer: the two lines cross between −5 and −4 dB.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4407407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453542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Power limits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087" y="451713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Trained one model under a hard limit on how tall the signal spikes may get.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495604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508406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Oct · Measurements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0087" y="506577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252 measurements across twelve versions of the system and twenty-one signal strengths, 1,000 held-back pictures each.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8368" y="550468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8368" y="563270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Nov · Exam 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90087" y="561441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Still locked. It opens in week 11 once the locking document is signed.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8368" y="6016752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58368" y="6071616"/>
            <a:ext cx="10744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Everything above ran on held-back pictures. The exam set stays locked until gate G-12.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Timeline, Results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First review 18–22 Aug 2026 · Second review 29 Sep–3 Oct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Objectives, stated as completion criteria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Five things we set out to build. Each one is checkable.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63093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What we set out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03120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1.  Build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084831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Train a learned sender and receiver together, so the picture goes through the same kind of noise a radio adds.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670048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816352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2.  Same radio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798064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At every signal strength and rate, both systems get the same number of chances to use the radio.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3383280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3529584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3.  Charge the overhead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511296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Checksums, padding and error-correction bytes come out of the budget before any picture data.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4096511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4242816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4.  Pick the setting fairly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4224528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The operating point is chosen using the digital system alone, before anyone sees the learned curve.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4809744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4956048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5.  Report per picture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937760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Every row records what happened to one picture, including those that failed to arrive.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0336" y="1700784"/>
            <a:ext cx="4279392" cy="3840480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9792" y="1883664"/>
            <a:ext cx="38404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How these are scored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9792" y="2286000"/>
            <a:ext cx="384048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11111"/>
                </a:solidFill>
                <a:latin typeface="Arial"/>
              </a:rPr>
              <a:t>The rubric scores whether this list was completed.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9792" y="3310128"/>
            <a:ext cx="3840480" cy="1737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Completion is independent of which way the curve went. A crossing and the learned system winning everywhere both finish the list on the left.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Objectives Met, Methodology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Objectives confirmed at this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Before the numbers, one picture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55555"/>
                </a:solidFill>
                <a:latin typeface="Arial"/>
              </a:rPr>
              <a:t>Every chart that follows runs from a very weak radio signal on the left to a clean one on the right.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82496"/>
            <a:ext cx="7818120" cy="365760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783080"/>
            <a:ext cx="30723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Plain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78224" y="1783080"/>
            <a:ext cx="19751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Our term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2783" y="1783080"/>
            <a:ext cx="2112263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Where you see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048256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148840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strong the signal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78224" y="2148840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SNR, in decibels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2783" y="2148840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left-to-right axis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542032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642616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many pictures got through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8224" y="2642616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delivery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642616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flat 10% 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035808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136392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many we labelled correctly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3136392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top-1 accuracy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3136392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up-and-down axis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529584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630168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many times we use the radio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8224" y="3630168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channel-use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3" y="3630168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12,800 or 3,200 per picture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950208" y="1682496"/>
            <a:ext cx="0" cy="2340864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144768" y="1682496"/>
            <a:ext cx="0" cy="2340864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3968496"/>
            <a:ext cx="78181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Every point on every chart is the same 1,000 pictures, at that one signal strength.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87968" y="1682496"/>
            <a:ext cx="2651760" cy="4041648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1847088"/>
            <a:ext cx="23225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One example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157984"/>
            <a:ext cx="23225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At the weakest signal we measured: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487168"/>
            <a:ext cx="2322576" cy="17007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The learned system labelled 728 of the 1,000 pictures correctly.</a:t>
            </a:r>
            <a:br/>
            <a:br/>
            <a:r>
              <a:rPr sz="1050" b="0" i="0">
                <a:solidFill>
                  <a:srgbClr val="555555"/>
                </a:solidFill>
                <a:latin typeface="Arial"/>
              </a:rPr>
              <a:t>The digital system got almost nothing through, so every picture fell back to one fixed answer — and that answer happens to be right 100 times out of 1,000. So 10%.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052560" y="4315968"/>
            <a:ext cx="2322576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052560" y="4443984"/>
            <a:ext cx="2322576" cy="11155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That flat 10% is the fallback rule: 1,000 pictures that never arrived.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Plain language. The next fourteen slides depend on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we measured for this review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55555"/>
                </a:solidFill>
                <a:latin typeface="Arial"/>
              </a:rPr>
              <a:t>We built twelve versions of the system and tested each one at twenty-one signal strengths.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64208"/>
            <a:ext cx="10744200" cy="384048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764792"/>
            <a:ext cx="28895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Item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95344" y="1764792"/>
            <a:ext cx="133502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Figure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9823" y="1764792"/>
            <a:ext cx="58613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What it is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048256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148840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Measurements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95344" y="2148840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252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9823" y="2148840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One row each in the published record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468880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569464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Versions of the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2569464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3" y="2569464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Five of them are controls rather than headline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889504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990088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Signal strengths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5344" y="2990088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3" y="2990088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From very weak to very clean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310128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410712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Pictures per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5344" y="3410712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1,000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9823" y="3410712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same held-back pictures every time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730752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3831336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Exam pictures opened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5344" y="3831336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9823" y="3831336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Sealed until gate G-12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767328" y="1664208"/>
            <a:ext cx="0" cy="2487168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21807" y="1664208"/>
            <a:ext cx="0" cy="2487168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58368" y="4187952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58368" y="4315968"/>
            <a:ext cx="107442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Two things that govern how every later chart should be read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718304"/>
            <a:ext cx="17373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Radio time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87168" y="4700016"/>
            <a:ext cx="8915400" cy="58521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Half rate uses the radio 12,800 times per picture; quarter rate uses it 3,200 times. Within one rate both systems get exactly the same amount of radio time.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523036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5358384"/>
            <a:ext cx="17373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Who marks 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87168" y="5340096"/>
            <a:ext cx="8915400" cy="58521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The learned systems are marked by the classifier built into them. The digital systems are marked by one we trained on compressed-looking images. So we compare whole systems: the link, the representation, and the marker.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252 measurements = 12 versions of the system × 21 signal strengths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Where the digital system gives up, and where it takes over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The learned system keeps answering the whole way across. The digital system stays silent, then overtakes it.</a:t>
            </a:r>
          </a:p>
        </p:txBody>
      </p:sp>
      <p:pic>
        <p:nvPicPr>
          <p:cNvPr id="5" name="Picture 4" descr="01_headline_full_sn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380" y="1645920"/>
            <a:ext cx="7466933" cy="3986784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658368" y="5797296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870448"/>
            <a:ext cx="10744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At the weakest signal the learned system is right on 728 of 1,000 while the digital system delivers nothing. From −4 dB it delivers and goes ahead. At +18 dB it is well ahead.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Half rate · all 21 measured signal strengths · held-back pictures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Close-up: the moment the digital system starts working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Between −5 and −4 dB the digital system begins getting pictures through, and its score jumps 73 points.</a:t>
            </a:r>
          </a:p>
        </p:txBody>
      </p:sp>
      <p:pic>
        <p:nvPicPr>
          <p:cNvPr id="5" name="Picture 4" descr="02_low_snr_close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839" y="1645920"/>
            <a:ext cx="5114015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846320"/>
            <a:ext cx="12801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At −8 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9967" y="4828032"/>
            <a:ext cx="93726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learned system is right on 728 of 1,000. The digital system got nothing through, so it scores 10%.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5120640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248656"/>
            <a:ext cx="12801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At −4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9967" y="5230368"/>
            <a:ext cx="93726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digital system now gets everything through and reaches 83.4%, ahead of the learned system's 79.4%.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5522976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5650992"/>
            <a:ext cx="12801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After that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7" y="5632704"/>
            <a:ext cx="93726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It dips at −2 dB and again at +9 dB.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−8 to +2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happens when we quarter the radio time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On a quarter of the radio time, the digital system loses far more at the weak end than the learned one does.</a:t>
            </a:r>
          </a:p>
        </p:txBody>
      </p:sp>
      <p:pic>
        <p:nvPicPr>
          <p:cNvPr id="5" name="Picture 4" descr="03_bandwidth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2672" y="1645920"/>
            <a:ext cx="6586350" cy="26700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57200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Weak signal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4553712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Going from half to quarter rate drops the learned system from 72.8% to 49.4%. That is a 23 point loss.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4901184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02920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At 0 dB, quarter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5010912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Learned 78.7% against digital 69.4%. The learned system is still ahead.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5358384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548640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Catches up, then slips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5468112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Digital passes learned at the +4 dB point, loses the lead at +9 dB, then goes ahead again.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Quarter rate against half rate · compare within each panel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Training across signal strengths instead of one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Picking the training signal strength at random each time lifts the whole weak end of the line.</a:t>
            </a:r>
          </a:p>
        </p:txBody>
      </p:sp>
      <p:pic>
        <p:nvPicPr>
          <p:cNvPr id="5" name="Picture 4" descr="04_training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7160" y="1645920"/>
            <a:ext cx="5717374" cy="288950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011680" y="4700016"/>
            <a:ext cx="7680960" cy="384048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39696" y="4800600"/>
            <a:ext cx="24323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91455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−8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9729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−4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0313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0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0897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+9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481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+18 dB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084064"/>
            <a:ext cx="7680960" cy="420624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5184648"/>
            <a:ext cx="2432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Random each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455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77.0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729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82.4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313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83.0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897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84.1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481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83.9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5504688"/>
            <a:ext cx="768096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39696" y="5605272"/>
            <a:ext cx="2432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One fixed strength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1455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72.8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729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79.4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0313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81.2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0897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83.8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1481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83.4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66344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66928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67512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8096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68680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Two separately trained versions of the learned system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The control that keeps the comparison honest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If we had only compared against a normal compressed image, the weak-signal story would be too easy to believe.</a:t>
            </a:r>
          </a:p>
        </p:txBody>
      </p:sp>
      <p:pic>
        <p:nvPicPr>
          <p:cNvPr id="5" name="Picture 4" descr="05_task_aware_digi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4323" y="1645920"/>
            <a:ext cx="6043048" cy="30540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86460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What this arm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4846320"/>
            <a:ext cx="882396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Instead of a JPEG image it sends the learned features themselves, through the same error-correction code and radio settings, using the same 12,800 uses of the radio. It separates “knows the task” from “codes both at once”.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541324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541264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What it settles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5522976"/>
            <a:ext cx="882396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It holds 82.0% at every strength from −4 dB up. Sending learned features digitally is strong once pictures get through, so the weak-signal gap is about failed deliveries as much as representation.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Same radio time, same error-correction code, same modulation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Keeping the signal peaks from getting too tall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A real transmitter needs a limit on signal peaks, so we trained a second model under one.</a:t>
            </a:r>
          </a:p>
        </p:txBody>
      </p:sp>
      <p:pic>
        <p:nvPicPr>
          <p:cNvPr id="5" name="Picture 4" descr="06_papr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0788" y="1645920"/>
            <a:ext cx="6090118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224528"/>
            <a:ext cx="10744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5555"/>
                </a:solidFill>
                <a:latin typeface="Arial"/>
              </a:rPr>
              <a:t>“Peak-to-average power ratio” = how much taller the tallest spike is than the average.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4590288"/>
            <a:ext cx="8321040" cy="384048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91056" y="4690872"/>
            <a:ext cx="28895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4690872"/>
            <a:ext cx="15179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Tallest spike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7376" y="4690872"/>
            <a:ext cx="15179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At −8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4736" y="4690872"/>
            <a:ext cx="15179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At +18 dB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4974336"/>
            <a:ext cx="8321040" cy="420624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91056" y="5074920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Power-limited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5074920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3.000002 dB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5074920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75.9%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5074920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83.2%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5394959"/>
            <a:ext cx="832104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91056" y="5495544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Ordinary learned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0016" y="5495544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20.059284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5495544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72.8%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5495544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83.4%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0" y="4590288"/>
            <a:ext cx="0" cy="1225295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309360" y="4590288"/>
            <a:ext cx="0" cy="1225295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46719" y="4590288"/>
            <a:ext cx="0" cy="1225295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Peak-to-average power ratio, measured on the numbers we send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Four controls, including one that went against us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Each panel takes one design choice away from the digital system and shows what it was worth.</a:t>
            </a:r>
          </a:p>
        </p:txBody>
      </p:sp>
      <p:pic>
        <p:nvPicPr>
          <p:cNvPr id="5" name="Picture 4" descr="07_secondary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8307" y="1609344"/>
            <a:ext cx="3415079" cy="2487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3159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Fixed settings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42976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Sits at the fallback floor until +6 dB, then reaches 89.0%. Choosing settings per strength buys real reach.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464515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47731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Fixed modulation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47548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Starts working later than adaptive selection, and settles near 88.7%.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510235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52303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JPEG secondary curve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52120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88.6% at +18 dB, with a full outage at +9 dB.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555955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56875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Sending the answer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56692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82.0% once it arrives — the sender’s own predicted label.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Settings, image format, sending the answer, rebuilding the picture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Why the digital line breaks where it does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1280160"/>
            <a:ext cx="56692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The score only moves when the pictures start or stop arriving.</a:t>
            </a:r>
          </a:p>
        </p:txBody>
      </p:sp>
      <p:pic>
        <p:nvPicPr>
          <p:cNvPr id="5" name="Picture 4" descr="08_delivery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682496"/>
            <a:ext cx="4858041" cy="3749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9984" y="1737360"/>
            <a:ext cx="14630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The 10% is a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4464" y="1719072"/>
            <a:ext cx="3255263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Every picture takes the same fallback answer when delivery fails. On an evenly split set that is right 100 times in 1,000.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729984" y="2761488"/>
            <a:ext cx="4809744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729984" y="2889504"/>
            <a:ext cx="14630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Outages are part of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4464" y="2871216"/>
            <a:ext cx="3255263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We report how many pictures arrived next to how many we got right, so a broken link is distinguishable from a wrong guess.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29984" y="3913632"/>
            <a:ext cx="4809744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9984" y="4041648"/>
            <a:ext cx="14630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Learned always answers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4" y="4023360"/>
            <a:ext cx="3255263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Its rules promise a label at every strength, so its curve never flattens against a floor.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Analytical Skills, 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When pictures stop arriving, the score drops to 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The numbers behind the curves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How many of the 1,000 held-back pictures we labelled correctly, one picture at a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09344"/>
            <a:ext cx="530352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Half rate — 12,800 uses of the radio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157216" cy="365760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984248"/>
            <a:ext cx="160934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238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102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9663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830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66944" y="1984248"/>
            <a:ext cx="3657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249424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350008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Learned, one strength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374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72.8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238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77.5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79.4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9663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81.2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6944" y="2350008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651760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2752344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Digital, picks settings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7238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102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9663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87.3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86.5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2752344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89.3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054096"/>
            <a:ext cx="5157216" cy="40233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3154679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Learned, random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2374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77.0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7238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2102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9663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1830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84.1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66944" y="3154679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456432"/>
            <a:ext cx="5157216" cy="40233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" y="3557016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Digital, learned feats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2374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10.0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7238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10.0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2102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69663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1830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66944" y="3557016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858768"/>
            <a:ext cx="5157216" cy="40233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4944" y="3959352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Learned, power-limited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2374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75.9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7238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80.1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2102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80.5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69663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1830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66944" y="3959352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83.2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39572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94436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49300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04164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59028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13892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144768" y="1609344"/>
            <a:ext cx="515721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Quarter rate — 3,200 uses of the radio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44768" y="1883664"/>
            <a:ext cx="5157216" cy="365760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72783" y="1984248"/>
            <a:ext cx="160934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System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01583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5022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9886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74750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9614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844784" y="1984248"/>
            <a:ext cx="3657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+18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44768" y="2249424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72783" y="2350008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Learned, one strength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3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49.4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5022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69.3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9886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76.2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4750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78.7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9614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82.0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844784" y="2350008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82.8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44768" y="2651760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72783" y="2752344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Digital, picks settings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01583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5022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9886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31.0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4750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69.4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29614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44784" y="2752344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87.7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973567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852220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07084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61948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16812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0716767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6144768" y="3054096"/>
            <a:ext cx="515721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Where the two lines cross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44768" y="3346704"/>
            <a:ext cx="5157216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At half rate, which system is ahead flips between −5 dB and −4 dB. We decided the crossing question on exactly that, before seeing the answer.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658368" y="4224528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658368" y="4352544"/>
            <a:ext cx="106070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Reading the two tables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8368" y="4681728"/>
            <a:ext cx="1060704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Each column is one signal strength; each cell is the number of correct labels out of the same 1,000 held-back pictures. At half rate the learned row leads up to −5 dB and the digital row leads from −4 dB. At quarter rate the digital row stays on the fallback floor four dB longer, then climbs past the learned row from +4 dB. The difference between the two tables is the effect of cutting radio time fourfold.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Pictures labelled correctly out of 1,000 · held-back set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How to read these results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1463040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One training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90087" y="1444752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Every figure is a single observed measurement from one run over 1,000 held-back pictures.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2194560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2322576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Whole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087" y="2304288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learned systems are marked by their own classifier, the digital systems by one trained on compressed images. These numbers describe whole systems.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3054096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3182112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Different amounts of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0087" y="3163824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digital settings and grader were frozen from earlier validation work. The learned versions are separate training runs.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91363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041648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Simulated channel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0087" y="4023360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Peak-to-average ratio is measured on the numbers we send. Real-radio replay is scheduled for W14.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477316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4901183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Frozen operating points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7" y="4882896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fallback rule and fixed settings produce visible jumps. Curves pass through measured points only.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5870448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5925312"/>
            <a:ext cx="10744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Both outcomes count as success under the specification: a crossing, and the learned system winning everywhere.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Analytical Skills, Methodology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The qualifications behind every number in this deck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Four times we changed the approach because of what we found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The rubric asks what we decided based on the results obtained. These are the four that count.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773936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AM-34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66543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We had pinned the digital system to the weakest radio setting, which made the lines crossing impossible by arithmetic. We let it pick a stronger setting as the signal improves.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49808" y="3090672"/>
            <a:ext cx="5038344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49808" y="3182112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The rule we adopted: every change strengthens the digital system or is decided in advance.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1344" y="1627632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773936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AM-52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2066543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Our signal strengths were spaced 2 dB apart exactly where the sharpest drop happens, so we could have missed it entirely. We added three more strengths before it mattered.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64224" y="3090672"/>
            <a:ext cx="5038343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64224" y="3182112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Put the detail where the effect 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840480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986784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AM-58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279392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script that checks our packet sizes reported no problems while breaking four of its own rules. We fixed the script, and every result came out the same.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9808" y="5303520"/>
            <a:ext cx="5038344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9808" y="5394960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All 215 configurations stayed feasible, and every scientific outcome was unchanged.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3840480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3986784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AM-60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4279392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exam set was set to unlock in week 9, about three weeks before the manifest that locks it existed. We moved that to week 11.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64224" y="5303520"/>
            <a:ext cx="5038343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64224" y="5394960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They have stayed locked ever since.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6928" y="59618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6016752"/>
            <a:ext cx="11018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Twenty-two further changes are written down in SPEC §17, including three checks that turned out to be wrong and had to be repaired.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Methodology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Required by PR-8(c): a one-slide distillation of SPEC §17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we claim as new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Both claims are about how the experiment is built.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6967728" cy="140817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755648"/>
            <a:ext cx="656539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The task-aware digital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084832"/>
            <a:ext cx="6565392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 digital arm sends learned features through the same error-correction code and radio settings, using the same amount of radio time. It tells “knows the task” apart from “codes both at once” inside one experiment.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68096" y="2706624"/>
            <a:ext cx="6565392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68096" y="2779776"/>
            <a:ext cx="65653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Prior work reports the gap without this control.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200400"/>
            <a:ext cx="6967728" cy="140817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3328416"/>
            <a:ext cx="656539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Charging the overhead to the digital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657600"/>
            <a:ext cx="6565392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The picture file, framing, checksums and rate-matching bytes are all measured and counted, so the digital system is tuned on the payload it can genuinely use.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096" y="4279392"/>
            <a:ext cx="6565392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68096" y="4352544"/>
            <a:ext cx="65653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Prior work quotes a nominal rate and leaves the overhead uncounted.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7" y="1627632"/>
            <a:ext cx="3657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What this builds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2127" y="2011680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011680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Getting steadily worse as the link worsens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82127" y="2414016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414016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Avoiding the sudden drop-off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7" y="2816352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816352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Sending task-aware features digitally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3218688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218688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Training a neural encoder and decoder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82127" y="3712463"/>
            <a:ext cx="365760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5555"/>
                </a:solidFill>
                <a:latin typeface="Arial"/>
              </a:rPr>
              <a:t>All four are established in the prior literature. This project builds on them.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6928" y="4846320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4974336"/>
            <a:ext cx="11018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Negative check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303520"/>
            <a:ext cx="1101852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Each claim resolves to a specific reference in the 30-source review at docs/literature-review.md. The full written novelty statement ships with the final review package.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Originality, Novelty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Two claims · both about experimental design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Where the remaining weeks went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426464"/>
            <a:ext cx="56692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1426464"/>
            <a:ext cx="157276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29 Sep – 3 Oct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371600"/>
            <a:ext cx="23774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Second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1264" y="1389888"/>
            <a:ext cx="4754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Held-back measurements complete; package and figures frozen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42448" y="140817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done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66928" y="177393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66928" y="1975104"/>
            <a:ext cx="56692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1975104"/>
            <a:ext cx="157276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5 – 11 Oct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920240"/>
            <a:ext cx="23774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Open the exam 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41264" y="1938528"/>
            <a:ext cx="4754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One guarded opening once the locking manifest is signed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42448" y="195681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" y="232257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66928" y="2523744"/>
            <a:ext cx="56692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2523744"/>
            <a:ext cx="157276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12 – 18 Oct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2468880"/>
            <a:ext cx="23774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Decide everything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41264" y="2487168"/>
            <a:ext cx="4754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Every hypothesis settled on the exam set; first tier frozen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42448" y="250545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287121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3072384"/>
            <a:ext cx="56692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" y="3072384"/>
            <a:ext cx="157276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19 – 25 Oct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3017520"/>
            <a:ext cx="23774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41264" y="3035808"/>
            <a:ext cx="4754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Signal-strength slider, both systems side by side, frozen plot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42448" y="305409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6928" y="341985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6928" y="3621024"/>
            <a:ext cx="56692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8448" y="3621024"/>
            <a:ext cx="157276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26 Oct – 1 Nov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3566160"/>
            <a:ext cx="23774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Poster and hardware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41264" y="3584448"/>
            <a:ext cx="4754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Poster draft; real radio only if the first tier leaves room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42448" y="360273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66928" y="396849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66928" y="4169663"/>
            <a:ext cx="56692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98448" y="4169663"/>
            <a:ext cx="157276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 – 8 Nov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7520" y="4114800"/>
            <a:ext cx="23774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Internal freeze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41264" y="4133087"/>
            <a:ext cx="4754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Report finished in the required format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42448" y="415137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66928" y="451713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66928" y="4718303"/>
            <a:ext cx="56692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98448" y="4718303"/>
            <a:ext cx="157276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9 – 15 Nov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17520" y="4663440"/>
            <a:ext cx="23774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Spare week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41264" y="4681727"/>
            <a:ext cx="4754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Report completion and checking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42448" y="470001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66928" y="506577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66928" y="5266944"/>
            <a:ext cx="56692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W17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98448" y="5266944"/>
            <a:ext cx="157276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16 – 22 Nov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17520" y="5212080"/>
            <a:ext cx="23774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Final Review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41264" y="5230368"/>
            <a:ext cx="4754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Final review 17–21 Nov; report and material due 20 Nov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42448" y="524865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66928" y="561441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66928" y="5907024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The report is due inside Final Review week, so W15 is an internal freeze and W16 is reserved for report completion.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Timeline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Second Review 29 Sep–3 Oct · Final Review 17–21 Nov · report due 20 Nov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Where this leaves the project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426464"/>
            <a:ext cx="1101852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645920"/>
            <a:ext cx="10433304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The learned system keeps answering when the link is too weak for the digital one to get a single picture through. Once the digital system starts delivering, it is the more accurate of the two. They cross between −5 and −4 dB.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62656"/>
            <a:ext cx="10058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7" y="2944368"/>
            <a:ext cx="9921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One guarded run on the exam set once the locking manifest is signed. So far, zero exam pictures opened.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3346704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3474720"/>
            <a:ext cx="10058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Then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7" y="3456432"/>
            <a:ext cx="9921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Every hypothesis settled on the exam set, and the first tier frozen.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928" y="3858768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66928" y="3986784"/>
            <a:ext cx="10058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Later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7" y="3968496"/>
            <a:ext cx="9921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Real-radio replay and the live demo run once the first tier is frozen.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4626864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4754880"/>
            <a:ext cx="11018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Evidence trail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06577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results/learned/w10/ holds the 252-measurement record and the per-picture manifest. Figures and data are in presentation-results/. Requirements and changes are in spec/SPEC.md §17.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6928" y="5541264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6928" y="5669280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The exam set stays sealed until gate G-12.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Methodology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Questions welcome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Task-Oriented Deep Joint Source–Channel Coding — Second Review</dc:title>
  <dc:subject>Capstone Second Review, 29 September – 3 October 2026</dc:subject>
  <dc:creator>Capstone project team</dc:creator>
  <cp:keywords/>
  <dc:description>W10 validation evidence only; test split sealed. Editable native shapes and text.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