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Task-Oriented Deep Joint Source–Channel Coding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389888"/>
            <a:ext cx="11018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11111"/>
                </a:solidFill>
                <a:latin typeface="Arial"/>
              </a:rPr>
              <a:t>What a camera should send when the receiver only needs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12848"/>
            <a:ext cx="246888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420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Edge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9992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sees an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212848"/>
            <a:ext cx="3017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25420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Short, noisy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9992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loses some pictures in transit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12848"/>
            <a:ext cx="219456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25420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Receiver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9992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needs one label 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9584" y="2825496"/>
            <a:ext cx="102412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48970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735824" y="2825496"/>
            <a:ext cx="65836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33018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1101852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87952"/>
            <a:ext cx="105796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Train the sender and the receiver together so the classification decision survives a short, noisy link.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26864"/>
            <a:ext cx="1057960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55555"/>
                </a:solidFill>
                <a:latin typeface="Arial"/>
              </a:rPr>
              <a:t>The thesis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4315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5632704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Second Review, 29 September – 3 October 2026.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Twenty-one measured signal strengths · one frozen training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has changed since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In August the digital system was working. The learned models are trained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922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Digital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0087" y="17739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Measured how badly it loses pictures at every setting. All 288,000 held-back combinations tested, and the settings it should use at each signal strength frozen.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2128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3408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Learned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23225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Training loop built, models trained at several seeds. Three of them are frozen at half rate.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27614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28895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Fair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7" y="28712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Built a control that sends learned features digitally, so the comparison includes a task-aware system alongside a compressed image.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31012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43814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Weak-link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7" y="341985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version, with the training signal strength picked at random each time, for comparison against the first.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867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Crossing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7" y="396849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Decided it on held-back pictures before seeing the answer: the two lines cross between −5 and −4 dB.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407407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5354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Power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7" y="45171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Trained one model under a hard limit on how tall the signal spikes may get.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49560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50840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Oct · Measurements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7" y="50657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252 measurements across twelve versions of the system and twenty-one signal strengths, 1,000 held-back pictures each.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5046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6327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Nov · Exam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7" y="56144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Opens in week 11, once the locking document is signed.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Timeline,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First review 18–22 Aug 2026 · Second review 29 Sep–3 Oct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Objectives, stated as completion criteria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Five things we set out to build. Each one is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1.  Build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84831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 a learned sender and receiver together, so the picture goes through the same kind of noise a radio adds.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670048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816352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2.  Same radio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98064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every signal strength and rate, both systems get the same number of chances to use the radio.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383280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52958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3.  Charge the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Checksums, padding and error-correction bytes come out of the budget before any picture data.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96511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242816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4.  Pick the setting fairly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224528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operating point is chosen using the digital system alone, before anyone sees the learned curve.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809744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956048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5.  Report per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937760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row records what happened to one picture, including those that failed to arrive.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700784"/>
            <a:ext cx="4279392" cy="384048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9792" y="1883664"/>
            <a:ext cx="3840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How these are scored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86000"/>
            <a:ext cx="3840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rubric scores whether this list was completed.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310128"/>
            <a:ext cx="384048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Completion is independent of which way the curve went. A crossing and the learned system winning everywhere both finish the list on the left.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Objectives Met, Methodology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Objectives confirmed at this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Before the numbers, one picture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Every chart in this deck runs from a very weak radio signal on the left to a clean one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82496"/>
            <a:ext cx="7818120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83080"/>
            <a:ext cx="30723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224" y="1783080"/>
            <a:ext cx="19751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Our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3" y="1783080"/>
            <a:ext cx="2112263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Where you see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strong the signal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148840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SNR, in decibels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3" y="2148840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left-to-right axis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42032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642616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pictures got 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642616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delivery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42616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flat 10%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35808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36392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we labelled correctly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136392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top-1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136392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up-and-down axis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29584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630168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times we use the radio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3630168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channel-use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630168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12,800 or 3,200 per picture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020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4476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3968496"/>
            <a:ext cx="78181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Every point on every chart is the same 1,000 pictures, at that one signal strength.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87968" y="1682496"/>
            <a:ext cx="2651760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1847088"/>
            <a:ext cx="23225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One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157984"/>
            <a:ext cx="23225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At the weakest signal we measured: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487168"/>
            <a:ext cx="2322576" cy="17007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The learned system labelled 728 of the 1,000 pictures correctly.</a:t>
            </a:r>
            <a:br/>
            <a:br/>
            <a:r>
              <a:rPr sz="1050" b="0" i="0">
                <a:solidFill>
                  <a:srgbClr val="555555"/>
                </a:solidFill>
                <a:latin typeface="Arial"/>
              </a:rPr>
              <a:t>The digital system got almost nothing through, so every picture fell back to one fixed answer. That answer happens to be right 100 times out of 1,000. So 10%.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315968"/>
            <a:ext cx="2322576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52560" y="4443984"/>
            <a:ext cx="232257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That flat 10% is the fallback rule: 1,000 pictures that never arrived.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Plain language. The next fourteen slides depend on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measured for this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We built twelve versions of the system and tested each one at twenty-one signal strengths.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74420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6479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64792"/>
            <a:ext cx="133502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3" y="1764792"/>
            <a:ext cx="5861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Measurements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5344" y="2148840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3" y="2148840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row each in the published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6946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Versions of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2569464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3" y="2569464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Five are controls, not headline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89504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990088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Signal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2990088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3" y="2990088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From very weak to very clean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310128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410712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Pictures per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5344" y="3410712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3" y="3410712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same held-back pictures every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831336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Exam pictures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831336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3" y="3831336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Sealed until gate G-12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67328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21807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1879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4315968"/>
            <a:ext cx="10744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Two things to keep in mind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71830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Radio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0001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Half rate uses the radio 12,800 times per picture; quarter rate uses it 3,200 times. Within one rate both systems get exactly the same amount of radio time.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2303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35838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Who marks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534009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learned systems are marked by the classifier built into them. The digital systems are marked by one we trained on compressed-looking images. So every comparison in this deck is between whole systems, link and marker included.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252 measurements = 12 versions of the system × 21 signal 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digital system gives up, and where it takes over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One line runs the whole width of the chart. The other has a step in it near the left.</a:t>
            </a:r>
          </a:p>
        </p:txBody>
      </p:sp>
      <p:pic>
        <p:nvPicPr>
          <p:cNvPr id="5" name="Picture 4" descr="01_headline_full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380" y="1645920"/>
            <a:ext cx="7466933" cy="3986784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58368" y="5797296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87044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At the weakest signal the learned system is right on 728 of 1,000 while the digital system delivers nothing. From −4 dB it delivers and goes ahead. At +18 dB it is well ahead.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Half rate · all 21 measured signal strengths · held-back pictures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Close-up: the moment the digital system starts working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Between −5 and −4 dB the digital system begins getting pictures through, and its score jumps 73 points.</a:t>
            </a:r>
          </a:p>
        </p:txBody>
      </p:sp>
      <p:pic>
        <p:nvPicPr>
          <p:cNvPr id="5" name="Picture 4" descr="02_low_snr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9" y="1645920"/>
            <a:ext cx="5114015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6320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4828032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 is right on 728 of 1,000. The digital system got nothing through, so it scores 10%.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12064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248656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5230368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system now gets everything through and reaches 83.4%, ahead of the learned system's 79.4%.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52297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650992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5632704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dips at −2 dB and again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−8 to +2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happens when we quarter the radio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 a quarter of the radio time, the digital system loses far more at the weak end than the learned one does.</a:t>
            </a:r>
          </a:p>
        </p:txBody>
      </p:sp>
      <p:pic>
        <p:nvPicPr>
          <p:cNvPr id="5" name="Picture 4" descr="03_bandwidth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672" y="1645920"/>
            <a:ext cx="6586350" cy="26700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Weak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5537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Going from half to quarter rate drops the learned system from 72.8% to 49.4%.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9011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0 dB, quarter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0109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Learned 78.7% against digital 69.4%. The learned system is still ahead.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3583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Catches up, then slips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4681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passes learned at the +4 dB point, loses the lead at +9 dB, then goes ahead again.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Quarter rate against half rate · compare within each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Training across signal strengths instead of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Picking the training signal strength at random each time lifts the whole weak end of the line.</a:t>
            </a:r>
          </a:p>
        </p:txBody>
      </p:sp>
      <p:pic>
        <p:nvPicPr>
          <p:cNvPr id="5" name="Picture 4" descr="04_train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160" y="1645920"/>
            <a:ext cx="5717374" cy="2889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0" y="4700016"/>
            <a:ext cx="768096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9696" y="4800600"/>
            <a:ext cx="2432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5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0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+9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481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+18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84064"/>
            <a:ext cx="768096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5184648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Random each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77.0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504688"/>
            <a:ext cx="768096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605272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fixed strength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5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928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8680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separately trained versions of the learned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control that keeps the comparison honest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JPEG image is an easy thing to beat. This arm is harder, and it is the one worth reporting.</a:t>
            </a:r>
          </a:p>
        </p:txBody>
      </p:sp>
      <p:pic>
        <p:nvPicPr>
          <p:cNvPr id="5" name="Picture 4" descr="05_task_aware_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23" y="1645920"/>
            <a:ext cx="6043048" cy="3054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6460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this arm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846320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Instead of a JPEG image it sends the learned features themselves, through the same error-correction code and radio settings, using the same 12,800 uses of the radio. It separates “knows the task” from “codes both at once”.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4132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5412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it settles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522976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holds 82.0% at every strength from −4 dB up. Sending learned features digitally is strong once pictures get through, so the weak-signal gap is about failed deliveries as much as representation.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Same radio time, same error-correction code, same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Keeping the signal peaks from getting too tall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real transmitter needs a limit on signal peaks, so we trained a second model under one.</a:t>
            </a:r>
          </a:p>
        </p:txBody>
      </p:sp>
      <p:pic>
        <p:nvPicPr>
          <p:cNvPr id="5" name="Picture 4" descr="06_pa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788" y="1645920"/>
            <a:ext cx="609011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22452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“Peak-to-average power ratio” = how much taller the tallest spike is than the average.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590288"/>
            <a:ext cx="832104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469087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Tallest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+18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4974336"/>
            <a:ext cx="832104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91056" y="507492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Power-limited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3.000002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5394959"/>
            <a:ext cx="832104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1056" y="549554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Ordinary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20.059284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Peak-to-average power ratio, measured on the numbers we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controls on the digital system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Each panel takes one design choice away and shows what it was worth.</a:t>
            </a:r>
          </a:p>
        </p:txBody>
      </p:sp>
      <p:pic>
        <p:nvPicPr>
          <p:cNvPr id="5" name="Picture 4" descr="07_secondary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7" y="1609344"/>
            <a:ext cx="3415079" cy="2487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159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2976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Sits at the fallback floor until +6 dB, then reaches 89.0%. Choosing settings per strength buys real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6451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47731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modulation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47548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Starts working later than adaptive selection, and settles near 88.7%.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1023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2303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JPEG secondary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2120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88.6% at +18 dB, with a full outage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55595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6875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Sending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56692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82.0% once it arrives, using the sender’s own predicted label.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Settings, image format, sending the answer, rebuilding the picture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Why the digital line breaks where it does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28016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The score only moves when the pictures start or stop arriving.</a:t>
            </a:r>
          </a:p>
        </p:txBody>
      </p:sp>
      <p:pic>
        <p:nvPicPr>
          <p:cNvPr id="5" name="Picture 4" descr="08_delive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82496"/>
            <a:ext cx="4858041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9984" y="1737360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The 10% is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4464" y="1719072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picture takes the same fallback answer when delivery fails. On an evenly split set that is right 100 times in 1,000.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9984" y="2761488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29984" y="2889504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Outages are part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4" y="2871216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We report how many pictures arrived next to how many we got right, so a broken link is distinguishable from a wrong guess.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9984" y="3913632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9984" y="4041648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Learned always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4023360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Its rules promise a label at every strength, so its curve never flattens against a floor.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When pictures stop arriving, the score drops to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numbers behind the curves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How many of the 1,000 held-back pictures we labelled correctly, one picture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53035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Half rate — 12,800 uses of the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79.4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89.3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054096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154679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random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77.0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9663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830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154679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56432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557016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Digital, learned feats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238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9663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557016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858768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" y="3959352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power-limited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75.9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7238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3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944" y="3959352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957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436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9300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4164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9028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389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44768" y="1609344"/>
            <a:ext cx="515721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Quarter rate — 3,200 uses of the radio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476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72783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02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75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961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4476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72783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49.4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02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76.2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75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78.7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4478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4476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2783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0158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02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31.0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961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4478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9735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52220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7084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61948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16812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7167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44768" y="3054096"/>
            <a:ext cx="515721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Where the two lines cross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4768" y="3346704"/>
            <a:ext cx="515721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half rate, which system is ahead flips between −5 dB and −4 dB. We decided the crossing question on exactly that, before seeing the answer.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58368" y="422452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58368" y="4352544"/>
            <a:ext cx="106070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Reading the two tables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8368" y="4681728"/>
            <a:ext cx="106070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column is one signal strength; each cell is the number of correct labels out of the same 1,000 held-back pictures. At half rate the learned row leads up to −5 dB and the digital row leads from −4 dB. At quarter rate the digital row stays on the fallback floor four dB longer, then climbs past the learned row from +4 dB. The difference between the two tables is the effect of cutting radio time fourfold.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Pictures labelled correctly out of 1,000 · held-back set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How to read these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463040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One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90087" y="1444752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A single observed measurement per figure, from one run over 1,000 held-back pictures.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219456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2322576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Whole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7" y="2304288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Marked by their own classifier on one side, by one trained on compressed images on the other. These numbers describe whole systems.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05409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82112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Different amounts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7" y="3163824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settings and grader were frozen from earlier validation work; the learned versions are separate training runs.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1363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041648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Simulated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7" y="4023360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Spike heights are measured on the numbers we send. Real-radio replay is scheduled for W14.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731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9011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Frozen operating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4882896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fallback rule and fixed settings produce visible jumps. Every curve passes through measured points.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87044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925312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Both outcomes count as success under the specification: a crossing, and the learned system winning everywhere.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The qualifications behind every number in this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times we changed the approach because of what we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What we changed once we could see the measurements.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We had pinned the digital system to the weakest radio setting, which made the lines crossing impossible by arithmetic. We let it pick a stronger setting as the signal improves.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090672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9808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rule we adopted: every change strengthens the digital system or is decided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Our signal strengths were spaced 2 dB apart exactly where the sharpest drop happens, so we could have missed it entirely. We added three more strengths before it mattered.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64224" y="3090672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64224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Put the detail where the effect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script that checks our packet sizes reported no problems while breaking four of its own rules. We fixed the script, and every result came out the same.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5303520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All 215 configurations stayed feasible, and every scientific outcome was unchanged.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exam set was set to unlock in week 9, about three weeks before the manifest that locks it existed. We moved that to week 11.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5303520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They have stayed locked ever since.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59618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16752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Twenty-two further changes are written down in SPEC §17, including three checks that turned out to be wrong and had to be repaired.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Required by PR-8(c): a one-slide distillation of SPEC §17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claim as new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627632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55648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task-aware digital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084832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digital arm sends learned features through the same error-correction code and radio settings, using the same amount of radio time. It tells “knows the task” apart from “codes both at once” inside one experiment.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706624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2779776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reports the gap without this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328416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Charging the overhead to the digital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57600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picture file, framing, checksums and rate-matching bytes are all measured and counted, so the digital system is tuned on the payload it can genuinely use.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" y="4279392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096" y="4352544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quotes a nominal rate and leaves the overhead uncounted.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627632"/>
            <a:ext cx="3657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this builds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2011680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Getting steadily worse as the link worsens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2414016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Avoiding the sudden drop-off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2816352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16352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Sending task-aware features digitally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218688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18688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Training a neural encoder and decoder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712463"/>
            <a:ext cx="3657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All four are established in the prior literature. This project builds on them.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4846320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497433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Negative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03520"/>
            <a:ext cx="110185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claim resolves to a specific reference in the 30-source review at docs/literature-review.md. The full written novelty statement ships with the final review package.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Originality, Novelty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claims · both about experimental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remaining weeks went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42646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142646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29 Sep – 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37160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Second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1264" y="138988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Held-back measurements complete; package and figures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42448" y="14081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done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6928" y="17739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928" y="197510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97510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5 – 11 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2024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Open the exam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193852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One guarded opening once the locking manifest is signed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2448" y="19568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23225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252374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52374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12 – 18 Oct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46888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Decide everything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48716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hypothesis settled on the exam set; first tier frozen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25054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28712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307238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307238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19 – 25 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1752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1264" y="303580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Signal-strength slider, both systems side by side, frozen plot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2448" y="305409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341985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362102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362102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26 Oct – 1 Nov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56616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Poster and hardware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1264" y="358444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Poster draft; real radio only if the first tier leaves 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360273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396849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169663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8448" y="4169663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 – 8 Nov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411480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Internal freeze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41264" y="4133087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finished in the required format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2448" y="41513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6928" y="4718303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4718303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9 – 15 Nov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466344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Spare week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41264" y="4681727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completion and checking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42448" y="47000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50657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6928" y="526694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8448" y="526694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16 – 22 Nov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7520" y="521208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Final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41264" y="523036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Final review 17–21 Nov; report and material due 20 Nov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42448" y="52486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" y="56144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66928" y="590702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report is due inside Final Review week, so W15 is an internal freeze and W16 is reserved for report completion.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Second Review 29 Sep–3 Oct · Final Review 17–21 Nov · report due 20 Nov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this leaves the project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426464"/>
            <a:ext cx="11018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45920"/>
            <a:ext cx="10433304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The learned system keeps answering when the link is too weak for the digital one to get a single picture through. Once the digital system starts delivering, it is the more accurate of the two. They cross between −5 and −4 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2944368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One guarded run on the exam set once the locking manifest is signed.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346704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474720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3456432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Every hypothesis settled on the exam set, and the first tier frozen.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3858768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986784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Later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968496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Real-radio replay and the live demo run once the first tier is frozen.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46268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4754880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Evidence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6577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results/learned/w10/ holds the 252-measurement record and the per-picture manifest. Figures and data are in presentation-results/. Requirements and changes are in spec/SPEC.md §17.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55412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5669280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The exam set stays sealed until gate G-12.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Methodology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Questions welcome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Second Review</dc:title>
  <dc:subject>Capstone Second Review, 29 September – 3 October 2026</dc:subject>
  <dc:creator>Capstone project team</dc:creator>
  <cp:keywords/>
  <dc:description>W10 validation evidence only; test split sealed.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