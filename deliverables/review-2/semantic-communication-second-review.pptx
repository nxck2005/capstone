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Task-Oriented Deep Joint Source–Channel Coding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389888"/>
            <a:ext cx="11018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1">
                <a:solidFill>
                  <a:srgbClr val="111111"/>
                </a:solidFill>
                <a:latin typeface="Arial"/>
              </a:rPr>
              <a:t>What a camera should send when the receiver only needs 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212848"/>
            <a:ext cx="246888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" y="25420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Edge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2999232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sees an image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212848"/>
            <a:ext cx="3017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73168" y="25420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Short, noisy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999232"/>
            <a:ext cx="2798063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loses some pictures in transit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212848"/>
            <a:ext cx="219456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13648" y="25420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Receiver classifier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13648" y="2999232"/>
            <a:ext cx="19751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needs one label back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529584" y="2825496"/>
            <a:ext cx="102412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448970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7735824" y="2825496"/>
            <a:ext cx="658368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8330184" y="2775203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11018520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187952"/>
            <a:ext cx="10579608" cy="40233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Train the sender and the receiver together so the classification decision survives a short, noisy link.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626864"/>
            <a:ext cx="1057960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55555"/>
                </a:solidFill>
                <a:latin typeface="Arial"/>
              </a:rPr>
              <a:t>The thesis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54315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5632704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Second Review, 29 September – 3 October 2026.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Presentation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Twenty-one measured signal strengths · one frozen training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has changed since the first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55555"/>
                </a:solidFill>
                <a:latin typeface="Arial"/>
              </a:rPr>
              <a:t>In August the digital system was working. The learned models are trained now.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922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Digital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90087" y="17739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Measured how badly it loses pictures at every setting. All 288,000 held-back combinations tested, and the settings it should use at each signal strength frozen.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8368" y="22128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23408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Aug · Learned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0087" y="23225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Training loop built, models trained at several seeds. Three of them are frozen at half rate.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27614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28895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Fair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7" y="28712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Built a control that sends learned features digitally, so the comparison includes a task-aware system alongside a compressed image.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8368" y="331012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43814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Weak-link training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0087" y="341985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version, with the training signal strength picked at random each time, for comparison against the first.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38587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58368" y="39867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Crossing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7" y="396849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Decided it on held-back pictures before seeing the answer: the two lines cross between −5 and −4 dB.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4407407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453542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Sep · Power limits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0087" y="451713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Trained one model under a hard limit on how tall the signal spikes may get.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49560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508406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Oct · Measurements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0087" y="506577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252 measurements across twelve versions of the system and twenty-one signal strengths, 1,000 held-back pictures each.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8368" y="550468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8368" y="5632704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Nov · Exam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90087" y="5614416"/>
            <a:ext cx="8412480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Opens in week 11, once the locking document is signed.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Timeline, Results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First review 18–22 Aug 2026 · Second review 29 Sep–3 Oct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Objectives, stated as completion criteria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Five things we set out to build. Each one is checkable.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set out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03120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1.  Build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084831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Train a learned sender and receiver together, so the picture goes through the same kind of noise a radio adds.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2670048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2816352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2.  Same radio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98064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every signal strength and rate, both systems get the same number of chances to use the radio.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3383280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3529584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3.  Charge the overhead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Checksums, padding and error-correction bytes come out of the budget before any picture data.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4096511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4242816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4.  Pick the setting fairly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224528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operating point is chosen using the digital system alone, before anyone sees the learned curve.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58368" y="4809744"/>
            <a:ext cx="630936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4956048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5.  Report per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937760"/>
            <a:ext cx="4133087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row records what happened to one picture, including those that failed to arrive.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700784"/>
            <a:ext cx="4279392" cy="3840480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9792" y="1883664"/>
            <a:ext cx="3840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How these are scored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86000"/>
            <a:ext cx="3840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rubric scores whether this list was completed.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9792" y="3310128"/>
            <a:ext cx="384048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Completion is independent of which way the curve went. A crossing and the learned system winning everywhere both finish the list on the left.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Objectives Met, Methodology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Objectives confirmed at this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Before the numbers, one picture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Every chart in this deck runs from a very weak radio signal on the left to a clean one on the right.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82496"/>
            <a:ext cx="7818120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83080"/>
            <a:ext cx="30723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78224" y="1783080"/>
            <a:ext cx="19751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Our 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3" y="1783080"/>
            <a:ext cx="2112263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Where you see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strong the signal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8224" y="2148840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SNR, in decibels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3" y="2148840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left-to-right axis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542032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642616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pictures got through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642616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delivery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642616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flat 10% 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035808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136392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we labelled correctly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3136392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top-1 accuracy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3" y="3136392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up-and-down axis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529584"/>
            <a:ext cx="7818120" cy="49377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630168"/>
            <a:ext cx="307238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How many times we use the radio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3630168"/>
            <a:ext cx="1975104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channel-use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3630168"/>
            <a:ext cx="2112263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12,800 or 3,200 per picture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5020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44768" y="1682496"/>
            <a:ext cx="0" cy="23408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58368" y="3968496"/>
            <a:ext cx="78181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Every point on every chart is the same 1,000 pictures, at that one signal strength.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87968" y="1682496"/>
            <a:ext cx="2651760" cy="4041648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1847088"/>
            <a:ext cx="232257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One example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157984"/>
            <a:ext cx="23225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At the weakest signal we measured: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487168"/>
            <a:ext cx="2322576" cy="17007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The learned system labelled 728 of the 1,000 pictures correctly.</a:t>
            </a:r>
            <a:br/>
            <a:br/>
            <a:r>
              <a:rPr sz="1050" b="0" i="0">
                <a:solidFill>
                  <a:srgbClr val="555555"/>
                </a:solidFill>
                <a:latin typeface="Arial"/>
              </a:rPr>
              <a:t>The digital system got almost nothing through, so every picture fell back to one fixed answer. That answer happens to be right 100 times out of 1,000. So 10%.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052560" y="4315968"/>
            <a:ext cx="2322576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052560" y="4443984"/>
            <a:ext cx="2322576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That flat 10% is the fallback rule: 1,000 pictures that never arrived.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Plain language. The next fourteen slides depend on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measured for this review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555555"/>
                </a:solidFill>
                <a:latin typeface="Arial"/>
              </a:rPr>
              <a:t>We built twelve versions of the system and tested each one at twenty-one signal strengths.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664208"/>
            <a:ext cx="1074420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6479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64792"/>
            <a:ext cx="133502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Figure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9823" y="1764792"/>
            <a:ext cx="5861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048256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14884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Measurements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5344" y="2148840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9823" y="2148840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row each in the published 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468880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56946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Versions of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2569464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3" y="2569464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Five are controls, not headline systems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889504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2990088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Signal strengths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5344" y="2990088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9823" y="2990088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From very weak to very clean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310128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410712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Pictures per point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5344" y="3410712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1,000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9823" y="3410712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same held-back pictures every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730752"/>
            <a:ext cx="1074420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831336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Exam pictures 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344" y="3831336"/>
            <a:ext cx="133502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9823" y="3831336"/>
            <a:ext cx="5861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Sealed until week 11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767328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21807" y="1664208"/>
            <a:ext cx="0" cy="2487168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8368" y="4187952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58368" y="4315968"/>
            <a:ext cx="107442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Two things to keep in mind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71830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Radio time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7168" y="470001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Half rate uses the radio 12,800 times per picture; quarter rate uses it 3,200 times. Within one rate both systems get exactly the same amount of radio time.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368" y="52303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368" y="5358384"/>
            <a:ext cx="1737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Who marks 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5340096"/>
            <a:ext cx="8915400" cy="58521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learned systems are marked by the classifier built into them. The digital systems are marked by one we trained on compressed-looking images. So every comparison in this deck is between whole systems, link and marker included.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252 measurements = 12 versions of the system × 21 signal strengths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two models behind every number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One classifier reads the pictures. One learned link decides what to transmit.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54864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 learned link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5486400" cy="347472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29384"/>
            <a:ext cx="1298448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Part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2848" y="1929384"/>
            <a:ext cx="3749039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is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7627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27685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12848" y="227685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Conv stack, 64 then 128 channels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4203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642615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Blocks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2848" y="2642615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2 residual blocks, Group norm, PReLU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07791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008375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Decoder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848" y="3008375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Mirror of the encoder, two heads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27355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37413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Heads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12848" y="337413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Class scores, plus a rebuilt picture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3931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373989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Width sent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848" y="373989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8 complex symbols per use at half 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005072"/>
            <a:ext cx="5486400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105656"/>
            <a:ext cx="12984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12848" y="4105656"/>
            <a:ext cx="3749039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1.64 M at the widest rate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84831" y="1828800"/>
            <a:ext cx="0" cy="25420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72784" y="1554480"/>
            <a:ext cx="5294376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How it was trained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1828800"/>
            <a:ext cx="5294376" cy="347472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29384"/>
            <a:ext cx="1517904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Setting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1929384"/>
            <a:ext cx="3337560" cy="1828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Value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217627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27685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Objective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227685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Class scores + 3.0 × reconstruction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72784" y="254203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642615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Optimiser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642615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Adam, learning rate 0.001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72784" y="2907791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008375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Schedule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0" y="3008375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Cosine decay, no warm-up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72784" y="327355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Batch, epochs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337413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32 pictures, 100 epochs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363931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373989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Augmentation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73989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Random crop, horizontal flip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72784" y="4005072"/>
            <a:ext cx="5294376" cy="365760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105656"/>
            <a:ext cx="151790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Precision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105656"/>
            <a:ext cx="33375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55555"/>
                </a:solidFill>
                <a:latin typeface="Arial"/>
              </a:rPr>
              <a:t>Mixed 16-bit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010144" y="1828800"/>
            <a:ext cx="0" cy="25420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6928" y="4663440"/>
            <a:ext cx="164591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The classifier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04288" y="4645152"/>
            <a:ext cx="9281160" cy="6949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ResNet-18, 11.18 M parameters, trained from scratch. It reads 89.8% of held-back pictures correctly, and that is the ceiling both systems are measured against.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66928" y="5285232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6928" y="5413248"/>
            <a:ext cx="164591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Training cost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04288" y="5394960"/>
            <a:ext cx="9281160" cy="6949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48.7 seconds per epoch and 1.0 GiB of graphics memory, measured on a laptop GPU.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Both trained from scratch on this dataset; no pre-trained weights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digital system gives up, and where it takes over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One line runs the whole width of the chart. The other has a step in it near the left.</a:t>
            </a:r>
          </a:p>
        </p:txBody>
      </p:sp>
      <p:pic>
        <p:nvPicPr>
          <p:cNvPr id="5" name="Picture 4" descr="01_headline_full_sn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380" y="1645920"/>
            <a:ext cx="7466933" cy="3986784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658368" y="5797296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87044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At the weakest signal the learned system is right on 728 of 1,000 while the digital system delivers nothing. From −4 dB it delivers and goes ahead. At +18 dB it is well ahead.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Half rate · all 21 measured signal strengths · held-back pictures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Close-up: the moment the digital system starts working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Between −5 and −4 dB the digital system begins getting pictures through, and its score jumps 73 points.</a:t>
            </a:r>
          </a:p>
        </p:txBody>
      </p:sp>
      <p:pic>
        <p:nvPicPr>
          <p:cNvPr id="5" name="Picture 4" descr="02_low_snr_close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839" y="1645920"/>
            <a:ext cx="5114015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46320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9967" y="4828032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learned system is right on 728 of 1,000. The digital system got nothing through, so it scores 10%.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12064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248656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7" y="5230368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digital system now gets everything through and reaches 83.4%, ahead of the learned system's 79.4%.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52297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650992"/>
            <a:ext cx="1280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7" y="5632704"/>
            <a:ext cx="9372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dips at −2 dB and again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−8 to +2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Why the digital line breaks where it does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280160"/>
            <a:ext cx="56692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The score only moves when the pictures start or stop arriving.</a:t>
            </a:r>
          </a:p>
        </p:txBody>
      </p:sp>
      <p:pic>
        <p:nvPicPr>
          <p:cNvPr id="5" name="Picture 4" descr="08_delivery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82496"/>
            <a:ext cx="4858041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9984" y="1737360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The 10% is a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4464" y="1719072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picture takes the same fallback answer when delivery fails. On an evenly split set that is right 100 times in 1,000.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29984" y="2761488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729984" y="2889504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Outages are part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4" y="2871216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We report how many pictures arrived next to how many we got right, so a broken link is distinguishable from a wrong guess.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29984" y="3913632"/>
            <a:ext cx="4809744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9984" y="4041648"/>
            <a:ext cx="14630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Learned always answers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4023360"/>
            <a:ext cx="3255263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Its rules promise a label at every strength, so its curve never flattens against a floor.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When pictures stop arriving, the score drops to 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happens when we quarter the radio time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On a quarter of the radio time, the digital system loses far more at the weak end than the learned one does.</a:t>
            </a:r>
          </a:p>
        </p:txBody>
      </p:sp>
      <p:pic>
        <p:nvPicPr>
          <p:cNvPr id="5" name="Picture 4" descr="03_bandwidth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2672" y="1645920"/>
            <a:ext cx="6586350" cy="26700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Weak 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5537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Going from half to quarter rate drops the learned system from 72.8% to 49.4%.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9011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0292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At 0 dB, quarter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0109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Learned 78.7% against digital 69.4%. The learned system is still ahead.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358384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48640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Catches up, then slips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468112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passes learned at the +4 dB point, loses the lead at +9 dB, then goes ahead again.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Quarter rate against half rate · compare within each panel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Training across signal strengths instead of one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Picking the training signal strength at random each time lifts the whole weak end of the line.</a:t>
            </a:r>
          </a:p>
        </p:txBody>
      </p:sp>
      <p:pic>
        <p:nvPicPr>
          <p:cNvPr id="5" name="Picture 4" descr="04_training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160" y="1645920"/>
            <a:ext cx="5717374" cy="288950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011680" y="4700016"/>
            <a:ext cx="768096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39696" y="4800600"/>
            <a:ext cx="24323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5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−8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9729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−4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0313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0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897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+9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4816" y="4800600"/>
            <a:ext cx="78638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+18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84064"/>
            <a:ext cx="768096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5184648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Random each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77.0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729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897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5184648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5504688"/>
            <a:ext cx="768096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39696" y="5605272"/>
            <a:ext cx="24323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One fixed strength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1455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79.4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313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81.2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897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816" y="5605272"/>
            <a:ext cx="78638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6928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67512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8096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686800" y="4700016"/>
            <a:ext cx="0" cy="1225296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separately trained versions of the learned system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control that keeps the comparison honest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JPEG image is an easy thing to beat. This system is harder, and it is the one worth reporting.</a:t>
            </a:r>
          </a:p>
        </p:txBody>
      </p:sp>
      <p:pic>
        <p:nvPicPr>
          <p:cNvPr id="5" name="Picture 4" descr="05_task_aware_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4323" y="1645920"/>
            <a:ext cx="6043048" cy="30540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86460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this system does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846320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Instead of a JPEG image it sends the learned features themselves, through the same error-correction code and radio settings, using the same 12,800 uses of the radio. It separates “knows the task” from “codes both at once”.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41324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541264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What it settles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5522976"/>
            <a:ext cx="8823960" cy="6217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It holds 82.0% at every strength from −4 dB up. Sending learned features digitally is strong once pictures get through, so the weak-signal gap is about failed deliveries as much as representation.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Same radio time, same error-correction code, same modulation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Keeping the signal peaks from getting too tall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 real transmitter needs a limit on signal peaks, so we trained a second model under one.</a:t>
            </a:r>
          </a:p>
        </p:txBody>
      </p:sp>
      <p:pic>
        <p:nvPicPr>
          <p:cNvPr id="5" name="Picture 4" descr="06_papr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0788" y="1645920"/>
            <a:ext cx="6090118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224528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“Peak-to-average power ratio” = how much taller the tallest spike is than the average.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4590288"/>
            <a:ext cx="8321040" cy="384048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4690872"/>
            <a:ext cx="28895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Tallest spike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−8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4736" y="4690872"/>
            <a:ext cx="1517904" cy="2194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At +18 dB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4974336"/>
            <a:ext cx="8321040" cy="420624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91056" y="5074920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Power-limited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3.000002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75.9%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5074920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11111"/>
                </a:solidFill>
                <a:latin typeface="Arial"/>
              </a:rPr>
              <a:t>83.2%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5394959"/>
            <a:ext cx="8321040" cy="420624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91056" y="5495544"/>
            <a:ext cx="28895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Ordinary learned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1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20.059284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72.8%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5495544"/>
            <a:ext cx="1517904" cy="25603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83.4%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46719" y="4590288"/>
            <a:ext cx="0" cy="1225295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Peak-to-average power ratio, measured on the numbers we send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controls on the digital system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Each panel takes one design choice away and shows what it was worth.</a:t>
            </a:r>
          </a:p>
        </p:txBody>
      </p:sp>
      <p:pic>
        <p:nvPicPr>
          <p:cNvPr id="5" name="Picture 4" descr="07_secondary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8307" y="1609344"/>
            <a:ext cx="3415079" cy="2487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159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settings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78608" y="42976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Sits at the fallback floor until +6 dB, then reaches 89.0%. Choosing settings per strength buys real reach.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46451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47731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Fixed modulation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8608" y="47548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Starts working later than adaptive selection, and settles near 88.7%.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51023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52303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JPEG secondary curve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52120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88.6% at +18 dB, with a full outage at +9 dB.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" y="555955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687568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Sending the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5669280"/>
            <a:ext cx="882396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82.0% once it arrives, using the sender’s own predicted label.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Settings, image format, sending the answer, rebuilding the picture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The numbers behind the curves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How many of the 1,000 held-back pictures we labelled correctly, one picture at a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09344"/>
            <a:ext cx="53035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Half rate — 12,800 uses of the radio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238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10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77.5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79.4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966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81.2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7238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10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966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86.5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89.3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054096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3154679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random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2374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77.0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7238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102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9663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18304" y="3154679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84.1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154679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456432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4944" y="3557016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Digital, learned feats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2374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7238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10.0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9663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18304" y="3557016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944" y="3557016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858768"/>
            <a:ext cx="5157216" cy="402336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944" y="3959352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Learned, power-limited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75.9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7238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102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80.5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69663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82.3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18304" y="3959352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66944" y="3959352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83.2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957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294436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349300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04164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9028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38928" y="1883664"/>
            <a:ext cx="0" cy="237744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144768" y="1609344"/>
            <a:ext cx="5157216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Quarter rate — 3,200 uses of the radio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44768" y="1883664"/>
            <a:ext cx="5157216" cy="365760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72783" y="1984248"/>
            <a:ext cx="160934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01583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5022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9886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−2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4750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96144" y="1984248"/>
            <a:ext cx="329184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1984248"/>
            <a:ext cx="365760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+18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44768" y="2249424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72783" y="2350008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Learned, one strength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3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49.4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022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9886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76.2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750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78.7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96144" y="2350008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44784" y="2350008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82.8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44768" y="2651760"/>
            <a:ext cx="5157216" cy="402336"/>
          </a:xfrm>
          <a:prstGeom prst="rect">
            <a:avLst/>
          </a:prstGeom>
          <a:solidFill>
            <a:srgbClr val="F3F3F3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72783" y="2752344"/>
            <a:ext cx="160934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Digital, picks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01583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5022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10.0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9886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31.0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750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69.4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96144" y="2752344"/>
            <a:ext cx="329184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83.4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44784" y="2752344"/>
            <a:ext cx="36576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87.7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9735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852220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907084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61948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168128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10716767" y="1883664"/>
            <a:ext cx="0" cy="117043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6144768" y="3054096"/>
            <a:ext cx="5157216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Where the two lines cross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44768" y="3346704"/>
            <a:ext cx="5157216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At half rate, which system is ahead flips between −5 dB and −4 dB. We decided the crossing question on exactly that, before seeing the answer.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58368" y="422452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658368" y="4352544"/>
            <a:ext cx="1060704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Reading the two tables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8368" y="4681728"/>
            <a:ext cx="106070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column is one signal strength; each cell is the number of correct labels out of the same 1,000 held-back pictures. At half rate the learned row leads up to −5 dB and the digital row leads from −4 dB. At quarter rate the digital row stays on the fallback floor four dB longer, then climbs past the learned row from +4 dB. The difference between the two tables is the effect of cutting radio time fourfold.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Analytical Skills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Pictures labelled correctly out of 1,000 · held-back set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How to read these results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58368" y="1463040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One training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90087" y="1444752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A single observed measurement per figure, from one run over 1,000 held-back pictures.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2194560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2322576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Whole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7" y="2304288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Marked by their own classifier on one side, by one trained on compressed images on the other. These numbers describe whole systems.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3054096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82112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Different amounts of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7" y="3163824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Digital settings and grader were frozen from earlier validation work; the learned versions are separate training runs.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3913632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041648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Simulated channel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0087" y="4023360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Spike heights are measured on the numbers we send. Real-radio replay is scheduled for late October.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" y="4773168"/>
            <a:ext cx="1074420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4901183"/>
            <a:ext cx="22402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Frozen operating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7" y="4882896"/>
            <a:ext cx="8412480" cy="8046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fallback rule and fixed settings produce visible jumps. Every curve passes through measured points.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5870448"/>
            <a:ext cx="1074420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5925312"/>
            <a:ext cx="10744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Both outcomes count as a successful project: a crossing, and the learned system winning everywhere.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Analytical Skills, Methodology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The qualifications behind every number in this deck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Four times we changed the approach because of what we found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225296"/>
            <a:ext cx="1101852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Four changes we made after the measurements started coming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Baseline too weak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We had pinned the digital system to the weakest radio setting, which made the lines crossing impossible by arithmetic. We let it pick a stronger setting as the signal improves.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49808" y="3090672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9808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rule we adopted: every change strengthens the digital system or is decided in advance.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627632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773936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Signal grid too coarse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066543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Our signal strengths were spaced 2 dB apart exactly where the sharpest drop happens, so we could have missed it entirely. We added three more strengths before it mattered.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64224" y="3090672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64224" y="3182112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Put the detail where the effect 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A faulty 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script that checks our packet sizes reported no problems while breaking four of its own rules. We fixed the script, and every result came out the same.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9808" y="5303520"/>
            <a:ext cx="503834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9808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All 215 configurations stayed feasible, and every scientific outcome was unchanged.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3840480"/>
            <a:ext cx="5404104" cy="204825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224" y="3986784"/>
            <a:ext cx="503834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Exam set unlocked too early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79392"/>
            <a:ext cx="5038344" cy="9692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55555"/>
                </a:solidFill>
                <a:latin typeface="Arial"/>
              </a:rPr>
              <a:t>The exam set was set to unlock in week 9, about three weeks before the document that locks it existed. We moved that to week 11.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364224" y="5303520"/>
            <a:ext cx="5038343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364224" y="5394960"/>
            <a:ext cx="5038344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They have stayed locked ever since.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6928" y="59618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6928" y="6016752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Twenty-two further changes were made during the project, including three checks that turned out to be wrong and were repaired.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Methodology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What we changed once we could see the measurements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What we claim as new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627632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55648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The task-aware digital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084832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A second system sends learned features through the same error-correction code and radio settings, using the same amount of radio time. It tells “knows the task” apart from “codes both at once” inside one experiment.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2706624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2779776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reports the gap without this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6967728" cy="140817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328416"/>
            <a:ext cx="656539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Charging the overhead to the digital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57600"/>
            <a:ext cx="65653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The picture file, framing, checksums and rate-matching bytes are all measured and counted, so the digital system is tuned on the payload it can genuinely use.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8096" y="4279392"/>
            <a:ext cx="6565392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8096" y="4352544"/>
            <a:ext cx="6565392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Prior work quotes a nominal rate and leaves the overhead uncounted.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7" y="1627632"/>
            <a:ext cx="3657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this builds 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2011680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Getting steadily worse as the link worsens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2414016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414016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Avoiding the sudden drop-off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7" y="2816352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816352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Sending task-aware features digitally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218688"/>
            <a:ext cx="2011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218688"/>
            <a:ext cx="340156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11111"/>
                </a:solidFill>
                <a:latin typeface="Arial"/>
              </a:rPr>
              <a:t>Training a neural encoder and decoder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712463"/>
            <a:ext cx="3657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55555"/>
                </a:solidFill>
                <a:latin typeface="Arial"/>
              </a:rPr>
              <a:t>All four are established in the prior literature. This project builds on them.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4846320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497433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Negative check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03520"/>
            <a:ext cx="1101852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Each claim resolves to a specific entry in the 30-source literature review. The full written novelty statement ships with the final review package.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Originality, Novelty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Two claims · both about experimental design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the remaining weeks went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14081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29 Sep – 3 Oct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2032" y="13716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Second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38988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Held-back measurements complete; package and figures frozen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42448" y="14081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11111"/>
                </a:solidFill>
                <a:latin typeface="Arial"/>
              </a:rPr>
              <a:t>done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17739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19568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5 – 11 Oct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19202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Open the exam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193852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One guarded opening once the freeze is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2448" y="19568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66928" y="23225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66928" y="25054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12 – 18 Oct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4688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Decide everything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4871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Every hypothesis settled on the exam set; first tier frozen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2448" y="25054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28712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305409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19 – 25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301752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303580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Signal-strength slider, both systems side by side, frozen plot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42448" y="305409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6928" y="341985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6928" y="360273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26 Oct – 1 Nov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42032" y="356616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Poster and hardware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58444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Poster draft; real radio only if the first tier leaves room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2448" y="360273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" y="396849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66928" y="415137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2 – 8 Nov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411480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Report freeze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13308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finished in the required format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42448" y="415137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66928" y="451713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66928" y="470001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9 – 15 Nov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42032" y="466344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Spare week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681727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Report completion and checking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42448" y="470001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506577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6928" y="5248656"/>
            <a:ext cx="1828800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16 – 22 Nov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2032" y="5212080"/>
            <a:ext cx="24688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Final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20640" y="5230368"/>
            <a:ext cx="51755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Final review 17–21 Nov; report and material due 20 Nov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42448" y="5248656"/>
            <a:ext cx="10972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999999"/>
                </a:solidFill>
                <a:latin typeface="Arial"/>
              </a:rPr>
              <a:t>planned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66928" y="5614416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" y="590702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55555"/>
                </a:solidFill>
                <a:latin typeface="Arial"/>
              </a:rPr>
              <a:t>The report is due on 20 November, inside Final Review week, so the week before it is a freeze.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Timeline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Second Review 29 Sep–3 Oct · Final Review 17–21 Nov · report due 20 Nov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18520" cy="51206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111111"/>
                </a:solidFill>
                <a:latin typeface="Arial"/>
              </a:rPr>
              <a:t>Where this leaves the project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426464"/>
            <a:ext cx="11018520" cy="1225296"/>
          </a:xfrm>
          <a:prstGeom prst="rect">
            <a:avLst/>
          </a:prstGeom>
          <a:solidFill>
            <a:srgbClr val="FFFFFF"/>
          </a:solidFill>
          <a:ln w="1143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645920"/>
            <a:ext cx="10433304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The learned system keeps answering when the link is too weak for the digital one to get a single picture through. Once the digital system starts delivering, it is the more accurate of the two. They cross between −5 and −4 dB.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62656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7" y="2944368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One guarded run on the exam set once the locking manifest is signed.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6928" y="3346704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66928" y="3474720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Then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7" y="3456432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Every hypothesis settled on the exam set, and the first tier frozen.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928" y="3858768"/>
            <a:ext cx="11018520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66928" y="3986784"/>
            <a:ext cx="10058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Later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7" y="3968496"/>
            <a:ext cx="99212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Real-radio replay and the live demo run once the first tier is frozen.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" y="4626864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66928" y="4791456"/>
            <a:ext cx="11018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What we are asking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138928"/>
            <a:ext cx="1101852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Questions on the method or the numbers. The per-picture records behind every point are available on request, and the exam set stays sealed until week 11.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Rubric: Results,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Questions welcome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16768" y="6501384"/>
            <a:ext cx="84124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55555"/>
                </a:solidFill>
                <a:latin typeface="Arial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Second Review</dc:title>
  <dc:subject>Capstone Second Review, 29 September – 3 October 2026</dc:subject>
  <dc:creator>Capstone project team</dc:creator>
  <cp:keywords/>
  <dc:description>W10 validation evidence only; test split sealed.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