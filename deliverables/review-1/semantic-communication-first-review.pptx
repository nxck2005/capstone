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Semantic Communication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Learning what to send for a remote image-classification task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An edge camera sees an image. A server across a limited, noisy link must recognize it. We compare a normal communication system with systems that learn what information to send.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problem are we solving?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sees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Communicate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link has limited bandwidth and added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server decides what the image contains.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Must the camera send every image detail?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Sending a complete high-quality image can be expensive when the receiver only needs a correct task decision.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project asks whether a learned system can preserve that decision using the same channel budget.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The task is remote image classification over a limited noisy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is this normally done?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AI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recovered image → ResNet-18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AI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frozen ResNet-18 maps the recovered image to class logits.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the communication stack is designed separately from the AI objective, even though task accuracy is the final metric.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are we proposing?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Learned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decides what to send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Noisy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limited bandwidth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Learned receiver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recovers task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final 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basic 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Train the sender and receiver together using labeled images and simulated noise. The system can then learn which image information helps the receiver make the correct decision.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468112"/>
            <a:ext cx="100401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111111"/>
                </a:solidFill>
                <a:latin typeface="Arial"/>
              </a:rPr>
              <a:t>Technical name: deep joint source–channel coding (DJSCC)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742432"/>
            <a:ext cx="100401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555"/>
                </a:solidFill>
                <a:latin typeface="Arial"/>
              </a:rPr>
              <a:t>AIML method: supervised end-to-end training · model and loss details follow in the methodology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Literature survey and research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learn compact image representations.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AI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encoders and decoders can learn continuous channel mappings.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Representation learning and joint coding are often not isolated.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controlled three-way experiment that separates neural representation learning from joint channel coding at equal channel use.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Problem statement, research question and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0944" y="1280160"/>
            <a:ext cx="8119872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An edge camera has a limited noisy link, while the server only needs a correct class decision. A conventional system tries to rebuild the image first. The project tests whether a learned system can protect the decision more directly.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3969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95728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350008"/>
            <a:ext cx="81198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11111"/>
                </a:solidFill>
                <a:latin typeface="Arial"/>
              </a:rPr>
              <a:t>At the same bandwidth and channel conditions, can the learned joint system preserve classification accuracy better than a tuned conventional system, and does joint training explain any remaining gain?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218688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456432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38144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and train the learned sender and receiver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4041648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023360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a digital feature system that separates task awareness from joint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626864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608576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Match channel use, SNR, image identity and noise across all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212079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193792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Freeze all learned models and choices, then run one paired test campaign.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797296"/>
            <a:ext cx="10442448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9592"/>
            <a:ext cx="100766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Completion depends on executing the fixed protocol correctly, not on obtaining a favorable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Objectives are stated as completion work, not promised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Proposed 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298448"/>
            <a:ext cx="10442448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4011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Imagenette-160 · same image and split · same complex-symbol budget · same SNR · same keyed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57984"/>
            <a:ext cx="19385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2157984"/>
            <a:ext cx="53126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Transmission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48471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199" y="215798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Scientific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Classical + 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16352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724912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 → LDPC → AWGN → recovered image → frozen ResNet-18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1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199" y="2724912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Conventional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84448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AI feature 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84448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Shared neural encoder → quantization → same digital PHY → shared task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8471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199" y="3584448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Isolates representation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43984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Neural DJSCC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6352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4443984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Residual encoder → normalization → AWGN → dual-head neural decoder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8471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4443984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Tests end-to-end neural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58384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Evaluation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303520"/>
            <a:ext cx="83941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with supervised CE + λMSE; tune on validation only; freeze before test access; retain failed transmissions; compare paired per-image AI outcomes.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925312"/>
            <a:ext cx="1044244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971032"/>
            <a:ext cx="1007668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Three systems · one shared task, resource budget and channel definition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Research hypotheses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Primary hypothesis (H1)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00784"/>
            <a:ext cx="63276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At difficult low-SNR conditions, the learned joint system will preserve classification accuracy better than the tuned conventional system across a consecutive region—not at only one isolated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70048"/>
            <a:ext cx="6309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Formal decision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6327648" cy="12252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55555"/>
                </a:solidFill>
                <a:latin typeface="Arial"/>
              </a:rPr>
              <a:t>Comparator: learned versus classical_adaptive at the headline ratio. A point qualifies when √N·Δ̂(s)/σ̂(s) &gt; 1.96. R_obs is the longest consecutive qualifying run at or below the training SNR. H1 is supported only if R_obs ≥ 3 and the calibrated run p-value ≤ 0.05.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52544"/>
            <a:ext cx="6327648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55555"/>
                </a:solidFill>
                <a:latin typeface="Arial"/>
              </a:rPr>
              <a:t>Effect size: the mean paired accuracy difference over the full low-SNR region. A curve crossing is reported if observed, but is not required.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78624" y="1298448"/>
            <a:ext cx="0" cy="427939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34656" y="13350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1673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a fixed conventional configuration show a cliff while the learned system degrades more gradually?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34656" y="223113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34656" y="25237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0545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learned–classical accuracy gap contract as SNR improves?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34656" y="341985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34656" y="371246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9417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 joint system also exceed the task-aware digital feature control?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34656" y="460857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3232" y="5193792"/>
            <a:ext cx="10442448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413248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Outcome rule: support, no support or an adverse result are all valid findings. The protocol does not change after test access.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Primary metric: paired top-1 AI inference accuracy · exact protocol: SPEC §2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Preliminary work and feasibility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Item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What it tells 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What it does not tell 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AI 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ResNet-18 from scratch: 89.8%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The classification task and clean reference model are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Validation only; test is sealed. (G-1)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523744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633472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Learned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523744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633472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DJSCC: 1.64 M parameters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523744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633472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The planned model fits the available RTX 4060.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523744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633472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A feasibility profile, not training. (G-7)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145536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255264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Digital link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145536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255264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145536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255264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The channel-coding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145536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255264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Conformance evidence, not the full table. (G-2)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767328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877056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Full pipeline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3767328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3877056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Bounded conventional run completes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3767328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3877056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Compression, coding, channel and records work together.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3767328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3877056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Integration evidence, not a comparison. (W4)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389120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498848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389120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498848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BLER characterization complete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389120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498848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Pascal successor table is frozen from measured points.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389120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498848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No learned-system result. (G8_C)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5010912"/>
            <a:ext cx="1069848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" y="5120640"/>
            <a:ext cx="85953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G8_D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737360" y="501091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847088" y="5120640"/>
            <a:ext cx="30906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Validation tooling complete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47488" y="501091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57216" y="5120640"/>
            <a:ext cx="2907791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D0–D7 GREEN; codec/cache/record/resume tooling is ready.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174736" y="5010912"/>
            <a:ext cx="0" cy="62179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284463" y="5120640"/>
            <a:ext cx="2962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55555"/>
                </a:solidFill>
                <a:latin typeface="Arial"/>
              </a:rPr>
              <a:t>Bounded smoke is not the full campaign. (G8_D)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G8_E/E0 is released but full validation/pass one has not started. Training/fine-tuning, learned-vs-classical results and test evaluation are not available.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Project Gantt 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25880"/>
            <a:ext cx="215798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Workstream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0672" y="1298448"/>
            <a:ext cx="1774632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90672" y="1408176"/>
            <a:ext cx="177463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AUG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65304" y="1298448"/>
            <a:ext cx="2314738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5304" y="1408176"/>
            <a:ext cx="231473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SEP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5304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80042" y="1298448"/>
            <a:ext cx="239189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0042" y="1408176"/>
            <a:ext cx="239189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OCT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80042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71939" y="1298448"/>
            <a:ext cx="1620316" cy="384048"/>
          </a:xfrm>
          <a:prstGeom prst="rect">
            <a:avLst/>
          </a:prstGeom>
          <a:solidFill>
            <a:srgbClr val="F3F3F3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1939" y="1408176"/>
            <a:ext cx="1620316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NOV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1939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92256" y="1682496"/>
            <a:ext cx="0" cy="3913632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197510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G8_C BLER characterization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2295144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90672" y="1975104"/>
            <a:ext cx="462947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39572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G8_D validation-measurement tooling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2715768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53619" y="2395728"/>
            <a:ext cx="231473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816352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G8_E validation + pass one / G-8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13639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785093" y="2816352"/>
            <a:ext cx="385789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236976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Learned model training + tuning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3557016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248041" y="3236976"/>
            <a:ext cx="2160422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3761" y="3310128"/>
            <a:ext cx="206898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657600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Digital feature system + validation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3977639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8463" y="3657600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4183" y="3730752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078224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4398264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488674" y="4078224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4394" y="4151376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498848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" y="4818888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568885" y="4498848"/>
            <a:ext cx="1080211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4605" y="4572000"/>
            <a:ext cx="988771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919472"/>
            <a:ext cx="221284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5239512"/>
            <a:ext cx="10479024" cy="0"/>
          </a:xfrm>
          <a:prstGeom prst="line">
            <a:avLst/>
          </a:prstGeom>
          <a:ln w="444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649097" y="4919472"/>
            <a:ext cx="1543158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4817" y="4992624"/>
            <a:ext cx="14517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111111"/>
                </a:solidFill>
                <a:latin typeface="Arial"/>
              </a:rPr>
              <a:t>PLANNED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85093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734801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025727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975435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06466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756174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037940" y="1682496"/>
            <a:ext cx="0" cy="3749040"/>
          </a:xfrm>
          <a:prstGeom prst="line">
            <a:avLst/>
          </a:prstGeom>
          <a:ln w="1016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987648" y="1728216"/>
            <a:ext cx="100584" cy="10058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89202" y="4882896"/>
            <a:ext cx="540105" cy="365760"/>
          </a:xfrm>
          <a:prstGeom prst="rect">
            <a:avLst/>
          </a:prstGeom>
          <a:noFill/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89202" y="5276088"/>
            <a:ext cx="540105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555"/>
                </a:solidFill>
                <a:latin typeface="Arial"/>
              </a:rPr>
              <a:t>W16 contingency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669280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11111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5980176"/>
            <a:ext cx="104698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55555"/>
                </a:solidFill>
                <a:latin typeface="Arial"/>
              </a:rPr>
              <a:t>G8_C and G8_D are complete. G8_E/E0 is next but not started; all later bars remain planned. W16 is report contingency.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Applications, project scope and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Edge AI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Remote cameras and edge sensors send task-relevant information to a receiver-side AI model when bandwidth, latency or link reliability is limited. This represents split edge/cloud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AI/ML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Channel-robust neural representation learning; a residual encoder and dual-head decoder; CE + λMSE multi-task training; and a digital feature control that isolates the value of joint coding.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0064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Main 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BLER work is incomplete: resume from the authenticated checkpoint.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A hypothesis may not be supported: report the result without retuning.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Hardware adds confounders: keep it as gated stretch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500176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Tier 1 is a simulation-based AI experiment over normalized AWGN. OpenJPEG 2.5.4 and TS 38.212-derived LDPC are controls; no complete 5G NR radio or required hardware is claimed.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705856"/>
            <a:ext cx="104241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815584"/>
            <a:ext cx="9985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Outstanding human item: the guide's dated acknowledgement of the no-required-hardware path remains pending.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Knowledge,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Circular clause 5 · PR-3 standards register · PR-9 deployment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Summary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630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37360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Edge AI inference must operate over a limited noisy link.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304288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505456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AI/ML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487168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a residual neural encoder and dual-head decoder through a differentiable channel.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54096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255263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3236975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Measure Imagenette-160 classification at matched channel use against two controlled baselines.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03903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986784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Finish characterization, train and freeze the models, then run the paired test campaign once.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53712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14032" y="1298448"/>
            <a:ext cx="0" cy="41696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88352" y="1298448"/>
            <a:ext cx="367588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77393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77393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2–4, 6, 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10312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88352" y="2304288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0428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6–7, 11–12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33472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2834639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34639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8352" y="3163823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8352" y="3364991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64991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694176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88352" y="3895344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895344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3–5, 7–9, 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88352" y="4224528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88352" y="442569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2569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75488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3232" y="5047488"/>
            <a:ext cx="10332720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30368"/>
            <a:ext cx="184708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First Review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6" y="518464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11111"/>
                </a:solidFill>
                <a:latin typeface="Arial"/>
              </a:rPr>
              <a:t>The AI/ML method, controlled evaluation protocol, feasibility evidence and completion plan are defined. Final neural training and learned-versus-classical results remain future work.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package: deliverables/review-1/first-review-package.md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