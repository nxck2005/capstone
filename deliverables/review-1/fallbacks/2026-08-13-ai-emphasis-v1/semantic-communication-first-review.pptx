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Semantic Communication for 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Deep joint source–channel coding with neural representation learning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This AI/ML project trains a neural encoder and dual-head decoder end to end through a differentiable noisy channel. Image classification is the evaluation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Edge AI inference over a noisy link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captures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neural model learns what to transmit.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Communicate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representation crosses a limited noisy link.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Infer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receiver AI predicts the image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AI/ML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Learn a compact, channel-robust representation that preserves the information needed for downstream inference.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Classification is the measurable AI task; neural representation learning is the method.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Tier 1 is a simulation-first supervised-learning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Conventional communication around an AI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AI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recovered image → ResNet-18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AI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frozen ResNet-18 maps the recovered image to class logits.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the communication stack is designed separately from the AI objective, even though task accuracy is the final metric.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The AI/ML method: end-to-end neural communication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Residual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learned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AWGN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differentiable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Dual-head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class + reconstruction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Logits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AI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central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Supervised backpropagation trains the sender and receiver together through the channel, so the transmitted representation can become robust to noise and useful for inference.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468112"/>
            <a:ext cx="100401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111111"/>
                </a:solidFill>
                <a:latin typeface="Arial"/>
              </a:rPr>
              <a:t>Training objective: cross-entropy(class) + λ × MSE(reconstruction)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742432"/>
            <a:ext cx="100401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555"/>
                </a:solidFill>
                <a:latin typeface="Arial"/>
              </a:rPr>
              <a:t>PyTorch · residual CNN · GroupNorm/PReLU · supervised end-to-end learning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AI/ML and communication research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learn compact image representations.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AI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encoders and decoders can learn continuous channel mappings.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Representation learning and joint coding are often not isolated.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controlled three-way experiment that separates neural representation learning from joint channel coding at equal channel use.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AI/ML problem statement and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0944" y="1280160"/>
            <a:ext cx="8119872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receiver-side AI model needs task-relevant information from an edge sensor, but a conventional link is optimized separately for bit and image recovery. The project tests whether a neural communication model can learn a better representation for inference.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3969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95728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350008"/>
            <a:ext cx="81198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11111"/>
                </a:solidFill>
                <a:latin typeface="Arial"/>
              </a:rPr>
              <a:t>At the same bandwidth and channel conditions, can a neural DJSCC model learn channel-robust representations that preserve AI inference accuracy better than tuned digital controls?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218688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456432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38144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Implement and train a residual neural encoder with a dual-head decoder.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4041648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023360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a task-aware digital feature control using the shared AI representation.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626864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608576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Match channel use, SNR, image identity and noise across all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212079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193792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Freeze all learned models and choices, then run one paired test campaign.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797296"/>
            <a:ext cx="10442448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9592"/>
            <a:ext cx="100766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Completion depends on executing the fixed protocol correctly, not on obtaining a favorable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Objectives are stated as completion work, not promised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AI/ML architecture and comparison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298448"/>
            <a:ext cx="10442448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4011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Imagenette-160 · same image and split · same complex-symbol budget · same SNR · same keyed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57984"/>
            <a:ext cx="19385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2157984"/>
            <a:ext cx="53126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Transmission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48471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199" y="215798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Scientific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Classical + 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16352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724912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 → LDPC → AWGN → recovered image → frozen ResNet-18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1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199" y="2724912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Conventional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84448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AI feature 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84448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Shared neural encoder → quantization → same digital PHY → shared task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8471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199" y="3584448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Isolates representation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43984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Neural DJSCC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6352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4443984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Residual encoder → normalization → AWGN → dual-head neural decoder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8471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4443984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Tests end-to-end neural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58384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Evaluation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303520"/>
            <a:ext cx="83941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with supervised CE + λMSE; tune on validation only; freeze before test access; retain failed transmissions; compare paired per-image AI outcomes.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925312"/>
            <a:ext cx="1044244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971032"/>
            <a:ext cx="1007668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Three systems · one shared task, resource budget and channel definition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AI evaluation hypotheses and analysis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6327648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6327648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whole low-SNR-region mean paired difference is the effect size of record. A curve crossing is reported if observed but is not required.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78624" y="1298448"/>
            <a:ext cx="0" cy="427939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34656" y="13350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1673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a fixed conventional configuration show a cliff while the learned system degrades more gradually?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34656" y="223113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34656" y="25237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0545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learned–classical accuracy gap contract as SNR improves?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34656" y="341985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34656" y="371246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9417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 joint system also exceed the task-aware digital feature control?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34656" y="460857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" y="5193792"/>
            <a:ext cx="10442448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413248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Outcome rule: support, no support or an adverse result are all valid findings. The protocol does not change after test access.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Primary metric: paired top-1 AI inference accuracy · exact protocol: SPEC §2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AI/ML feasibility demonstrated so far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Plain-language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ResNet-18 from scratch: 89.8%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AI task and clean reference model are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only; test is sealed.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74320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Residual DJSCC: 1.64 M parameters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74320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neural model fits the RTX 4060 GPU profile.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74320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A feasibility profile, not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47472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47472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physical-layer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47472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Small conformance evidence, not the full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420624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Bounded conventional pipeline runs end to 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420624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Compression, coding, channel, decoding and records are integrated.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420624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Integration evidence, not a comparison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93776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C2 characterization paused at a durable checkpoint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93776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Full-strength BLER measurement can resume safely.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93776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Table, selection and training are unfinished.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worker is running. No selection, training, validation decoding or test access has occurred.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Project Gantt 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25880"/>
            <a:ext cx="215798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Workstream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0672" y="1298448"/>
            <a:ext cx="1774632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90672" y="1408176"/>
            <a:ext cx="177463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AUG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65304" y="1298448"/>
            <a:ext cx="2314738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5304" y="1408176"/>
            <a:ext cx="231473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SEP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5304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80042" y="1298448"/>
            <a:ext cx="239189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0042" y="1408176"/>
            <a:ext cx="239189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OCT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8004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71939" y="1298448"/>
            <a:ext cx="162031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1939" y="1408176"/>
            <a:ext cx="162031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NOV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1939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92256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197510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BLER characterization + G-8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2368296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90672" y="1975104"/>
            <a:ext cx="1080211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36391" y="2048256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FFFFFF"/>
                </a:solidFill>
                <a:latin typeface="Arial"/>
              </a:rPr>
              <a:t>PAUSED → 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468880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First Review package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286207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44987" y="2468880"/>
            <a:ext cx="925895" cy="292608"/>
          </a:xfrm>
          <a:prstGeom prst="rect">
            <a:avLst/>
          </a:prstGeom>
          <a:solidFill>
            <a:srgbClr val="99999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962656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Neural training + λ calibration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3355848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48041" y="2962656"/>
            <a:ext cx="2160422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3761" y="3035808"/>
            <a:ext cx="206898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456432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AI feature control +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3849624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408463" y="3456432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4183" y="3529584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95020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4343400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88674" y="3950208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394" y="4023360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4398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4837176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568885" y="4443984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4605" y="4517136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937760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" y="533095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649097" y="4937760"/>
            <a:ext cx="1543158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4817" y="5010912"/>
            <a:ext cx="14517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85093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734801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025727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975435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06466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756174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1037940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987648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89202" y="4901184"/>
            <a:ext cx="540105" cy="365760"/>
          </a:xfrm>
          <a:prstGeom prst="rect">
            <a:avLst/>
          </a:prstGeom>
          <a:noFill/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9202" y="5294376"/>
            <a:ext cx="540105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555"/>
                </a:solidFill>
                <a:latin typeface="Arial"/>
              </a:rPr>
              <a:t>W16 contingency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669280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11111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980176"/>
            <a:ext cx="10469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Dark bars show current Review 1 work; light bars are planned. W16 is report contingency, not new experiment scope.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Edge AI application, AIML contribution and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Edge AI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Remote cameras and edge sensors send task-relevant information to a receiver-side AI model when bandwidth, latency or link reliability is limited. This represents split edge/cloud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AI/ML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Channel-robust neural representation learning; a residual encoder and dual-head decoder; CE + λMSE multi-task training; and a digital feature control that isolates the value of joint coding.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0064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Main 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BLER work is incomplete: resume from the authenticated checkpoint.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A hypothesis may not be supported: report the result without retuning.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Hardware adds confounders: keep it as gated stretch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500176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Tier 1 is a simulation-based AI experiment over normalized AWGN. OpenJPEG 2.5.4 and TS 38.212-derived LDPC are controls; no complete 5G NR radio or required hardware is claimed.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705856"/>
            <a:ext cx="104241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815584"/>
            <a:ext cx="9985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Outstanding human item: the guide's dated acknowledgement of the no-required-hardware path remains pending.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Knowledge,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Circular clause 5 · PR-3 standards register · PR-9 deployment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Summary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630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37360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Edge AI inference must operate over a limited noisy link.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304288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505456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AI/ML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487168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a residual neural encoder and dual-head decoder through a differentiable channel.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54096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255263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3236975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Measure Imagenette-160 classification at matched channel use against two controlled baselines.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03903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986784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Finish characterization, train and freeze the models, then run the paired test campaign once.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53712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14032" y="1298448"/>
            <a:ext cx="0" cy="41696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88352" y="1298448"/>
            <a:ext cx="367588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77393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77393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2–4, 6, 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10312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88352" y="2304288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0428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6–7, 11–12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33472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2834639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34639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8352" y="3163823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8352" y="3364991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64991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694176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88352" y="3895344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895344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3–5, 7–9, 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88352" y="4224528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88352" y="442569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2569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75488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3232" y="5047488"/>
            <a:ext cx="10332720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30368"/>
            <a:ext cx="184708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First Review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6" y="518464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11111"/>
                </a:solidFill>
                <a:latin typeface="Arial"/>
              </a:rPr>
              <a:t>The AI/ML method, controlled evaluation protocol, feasibility evidence and completion plan are defined. Final neural training and learned-versus-classical results remain future work.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package: deliverables/review-1/first-review-package.md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